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Seeing Every Tissue:</a:t>
            </a:r>
            <a:br/>
            <a:r>
              <a:t>Reversible Contrast Enhancement for MR Brain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A reproduction of Wu, Zheng, Huang &amp; Hu (IEEE SPL, 2021)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MR brain images have poor tissue contrast.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Irreversible enhancement is unacceptable for diagnosis.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We want reversible multi-tissue contrast enhancement + payload.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Enhance diagnostic contrast of a region of interest (ROI).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clinical/annotation data during enhancement.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Recover the exact original image (no diagnostic loss).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Existing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Ni 2006 histogram shifting: high fidelity, low capacity.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Wu-Huang 2015 CE-RDH: whole-image contrast enhancement.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This paper: medical/ROI-focused reversible enhancement.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Segment tissue ROI.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Expand ROI histogram to separate tissue clusters.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one bit per expanded peak pixel.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Background untouched -&gt; exact recovery.</a:t>
            </a:r>
          </a:p>
        </p:txBody>
      </p:sp>
      <p:pic>
        <p:nvPicPr>
          <p:cNvPr id="5" name="Picture 4" descr="fig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45232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Segment ROI (tissue).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Enhance ROI histogram + embed payload.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Leave background untouched.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Reverse -&gt; exact original.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Mathematical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ROI pixels expanded outward around peaks; 1 bit / peak pixel.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ROI RMS contrast sigma rises; whole-image PSNR bounded.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AMBE tracks ROI brightness stability.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Synthetic MR/CT phantoms (no real patient data available).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Tissue ROI via thresholding; iterations swept.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Metrics: ROI payload, whole PSNR, ROI contrast/entropy, reversibility.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ROI contrast (RMS, entropy) rises with iterations.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Whole-image PSNR stays high.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All runs bit-exact reversible.</a:t>
            </a:r>
          </a:p>
        </p:txBody>
      </p:sp>
      <p:pic>
        <p:nvPicPr>
          <p:cNvPr id="5" name="Picture 4" descr="fig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32561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Diagnostic contrast where it matters.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Fully reversible.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Background preserved.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Synthetic phantoms only.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Threshold ROI.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Strong CE lowers PSNR.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Real MR datasets.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Learned segmentation.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3D volumetric 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Reproduced ROI-restricted reversible contrast enhancement.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Confirmed ROI contrast gain with exact recovery on phantoms.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Wu et al. Multi-Tissue MR CE. IEEE SPL 28, 2021.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Wu, Dugelay, Shi. CE-RDH. IEEE SPL 22(1), 2015.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Ni et al. RDH. IEEE TCSVT 16(3), 2006.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